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metodolo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compara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preco_cresci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categ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yoy_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yoy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yoy_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remune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